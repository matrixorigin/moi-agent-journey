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identifier: DRAFT-5208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identifier: APR-7316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